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91FF"/>
    <a:srgbClr val="00C2A8"/>
    <a:srgbClr val="635DFF"/>
    <a:srgbClr val="F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-1282" y="51"/>
      </p:cViewPr>
      <p:guideLst>
        <p:guide orient="horz" pos="150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34B1C-FC64-4D35-9745-F983424D6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AA9DC3-21A5-4F95-8762-95C798DDA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129E57-10F8-4B24-B7DE-4218675F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F75EB7-C286-45F1-8120-085C1032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3BED4A-CF03-4E8F-91C9-A20A0D44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68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16470-E1F2-4977-91CD-F904FFAD1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4E69BE-F040-4DA2-A7CE-5FB09377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AA952C-0E4F-48E0-9B01-646E6F02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9B5749-61BB-4459-AEB6-91416E73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14B63B-5543-4519-B6CE-A774AF54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707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E6099-4F79-4379-82D1-F1B5FA65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7CC6F3-9218-4B6A-86DB-555568C7D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85841-7F2A-40C6-B8E5-2A92E79B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0E9BFA-75BE-44F8-B28F-7238B6BA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392A0-F223-4DF8-8E0A-F5DA6B220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21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85D41-D75B-478C-846D-9EB2B091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E8A5B-5EE6-4EF4-9DF8-DB6AB78DD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71C200-FA37-4CF6-B699-3ABEE2081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45F637-DB48-4A30-8EBF-55F8F382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B0AD78-F24C-4044-8F2F-7A64B466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7DEF94-346A-4190-BAFF-872CFF0A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46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E96FD-5320-43FD-AEC2-61FA9267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D738AF-5D4B-45D4-9E42-72CAF24E6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58DC77-67EC-4C73-8409-4ECA59D22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227BAF-A7D9-4CFA-A5B5-74FA3275C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0338E4-FEEA-4A09-960D-FEB2EFA58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67BAF7-FAC6-4360-A3D4-E0280CB9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5B0EA6-565D-4FC2-B744-64E0B5B0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B06A1A-7B2B-4DEE-AF97-96FA038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52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9EA67-9DE8-42B0-87D3-074FBB7C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79D4D1-18F2-4215-A6D6-B250F606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3C6CA2-F23E-48FB-A1BE-F0891D02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A73C86-5077-4F52-8F83-7B1064DF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3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42F9B5-6BE6-4EFE-84BE-561F00D0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DED467-068C-42B4-9F23-6C2DB602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9D7F9D-5237-4107-8BFE-8EEC90F4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5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A5A2F-D72F-4813-8F74-191965E2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CDABB9-D550-4972-A3AB-3BCB3E04E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49CAB2-CBCC-421A-BE3C-3AB8FD582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DD8F0-6632-44CE-B6F4-54BB0B27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78599-A353-47CC-AE05-C665261E0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F8E33-AB4D-4F19-91BE-9C482B75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60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B9365-F9FB-4F2D-A392-FB82339A5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4FC928-14EC-4798-8C99-765AC4264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E31CF2-7057-4852-AEC8-9B54A7DFB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134077-462C-4A7B-B58D-ACCBEFF9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90446F-F9A5-455A-A29D-293CFC0C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B8255-B42A-4524-9E8B-F434DEAB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4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368C8-2B3E-4CC6-8422-C41B8F88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99793B-420E-40CC-B908-727522AA5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009A7-8CBF-47A9-A933-4706A34E6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56CC3C-46A7-4EC2-A8A8-DE6E41E5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AF02D9-7D6B-4770-BED3-AB5AB846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7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070918-987D-440E-B858-65354B03F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D6A833-FE36-4E5B-BBCE-818782A1C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7432F-0D1F-4D83-B221-791B3D11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D2C8DA-971A-40E9-9DFA-90A218AB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0ED81-BA6D-4655-BFD4-EE9A0513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4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3BFEF8-F93C-4719-937A-A20FAEBA4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F2B4E-27D9-4F21-BD60-F082B52E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4CC865-18F9-45FD-BE46-FD1F1F4A8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E0809-3C46-48AA-8C03-7F9FBC4208DA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61BA6-DAAA-4EC2-8D29-DA813295E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B12F7-9DA7-4AAE-B2B0-06792276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A26B0-A274-4E81-987F-07301A805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58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9F21994B-881D-442F-946B-F7274EAF87B5}"/>
              </a:ext>
            </a:extLst>
          </p:cNvPr>
          <p:cNvSpPr/>
          <p:nvPr/>
        </p:nvSpPr>
        <p:spPr>
          <a:xfrm>
            <a:off x="5507776" y="1176939"/>
            <a:ext cx="1494610" cy="1222068"/>
          </a:xfrm>
          <a:prstGeom prst="roundRect">
            <a:avLst>
              <a:gd name="adj" fmla="val 5938"/>
            </a:avLst>
          </a:prstGeom>
          <a:solidFill>
            <a:srgbClr val="FFF0F0"/>
          </a:solidFill>
          <a:ln cap="rnd">
            <a:noFill/>
            <a:prstDash val="solid"/>
          </a:ln>
          <a:effectLst>
            <a:outerShdw blurRad="50800" dist="38100" dir="5400000" sx="98000" sy="98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6307A4FF-E1EB-4DAC-BBB4-E4F7B1BA485F}"/>
              </a:ext>
            </a:extLst>
          </p:cNvPr>
          <p:cNvSpPr/>
          <p:nvPr/>
        </p:nvSpPr>
        <p:spPr>
          <a:xfrm>
            <a:off x="4258791" y="1176940"/>
            <a:ext cx="1399773" cy="1784418"/>
          </a:xfrm>
          <a:prstGeom prst="roundRect">
            <a:avLst>
              <a:gd name="adj" fmla="val 5938"/>
            </a:avLst>
          </a:prstGeom>
          <a:solidFill>
            <a:srgbClr val="FFF0F0"/>
          </a:solidFill>
          <a:ln cap="rnd">
            <a:noFill/>
            <a:prstDash val="solid"/>
          </a:ln>
          <a:effectLst>
            <a:outerShdw blurRad="50800" dist="38100" dir="5400000" sx="98000" sy="98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D931BE9F-F37C-4A78-B94E-9783CA0BBC12}"/>
              </a:ext>
            </a:extLst>
          </p:cNvPr>
          <p:cNvCxnSpPr>
            <a:cxnSpLocks/>
            <a:stCxn id="44" idx="4"/>
          </p:cNvCxnSpPr>
          <p:nvPr/>
        </p:nvCxnSpPr>
        <p:spPr>
          <a:xfrm>
            <a:off x="6553149" y="1401463"/>
            <a:ext cx="1116911" cy="3743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3A18E0B-B778-405F-9057-2A8D2449D94E}"/>
              </a:ext>
            </a:extLst>
          </p:cNvPr>
          <p:cNvCxnSpPr>
            <a:cxnSpLocks/>
            <a:stCxn id="46" idx="0"/>
            <a:endCxn id="74" idx="2"/>
          </p:cNvCxnSpPr>
          <p:nvPr/>
        </p:nvCxnSpPr>
        <p:spPr>
          <a:xfrm flipH="1" flipV="1">
            <a:off x="4960230" y="1571912"/>
            <a:ext cx="1465" cy="467452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7520FBD-BD82-41E6-BC7D-2F4B226D8AF0}"/>
              </a:ext>
            </a:extLst>
          </p:cNvPr>
          <p:cNvGrpSpPr/>
          <p:nvPr/>
        </p:nvGrpSpPr>
        <p:grpSpPr>
          <a:xfrm>
            <a:off x="3043110" y="1119140"/>
            <a:ext cx="1070172" cy="879295"/>
            <a:chOff x="3405052" y="1842060"/>
            <a:chExt cx="1070172" cy="87929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C4BB1B4-AA6F-457B-A118-05F8EA691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4379" y="1842060"/>
              <a:ext cx="571518" cy="571518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3A20A08-5E65-43DB-BFFA-FAC0D3F52303}"/>
                </a:ext>
              </a:extLst>
            </p:cNvPr>
            <p:cNvSpPr txBox="1"/>
            <p:nvPr/>
          </p:nvSpPr>
          <p:spPr>
            <a:xfrm>
              <a:off x="3405052" y="2413578"/>
              <a:ext cx="10701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071E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Source</a:t>
              </a:r>
              <a:endParaRPr lang="zh-CN" altLang="en-US" sz="1400" b="1" dirty="0">
                <a:solidFill>
                  <a:srgbClr val="1071E5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83195A6-6936-4FCC-92BF-7333E6114BC9}"/>
              </a:ext>
            </a:extLst>
          </p:cNvPr>
          <p:cNvGrpSpPr/>
          <p:nvPr/>
        </p:nvGrpSpPr>
        <p:grpSpPr>
          <a:xfrm>
            <a:off x="6034038" y="2769155"/>
            <a:ext cx="571138" cy="818236"/>
            <a:chOff x="5686146" y="3572957"/>
            <a:chExt cx="571138" cy="81823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39C1830-FE34-4849-89DC-17CDA9B48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6146" y="3572957"/>
              <a:ext cx="560251" cy="560251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58F906C-994C-4A4D-B71F-1D6AC4B3A7FE}"/>
                </a:ext>
              </a:extLst>
            </p:cNvPr>
            <p:cNvSpPr txBox="1"/>
            <p:nvPr/>
          </p:nvSpPr>
          <p:spPr>
            <a:xfrm>
              <a:off x="5697033" y="4083416"/>
              <a:ext cx="5602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071E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</a:t>
              </a:r>
              <a:endParaRPr lang="zh-CN" altLang="en-US" sz="1400" b="1" dirty="0">
                <a:solidFill>
                  <a:srgbClr val="1071E5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891B179C-B7E6-450D-A4A3-3D0AF216F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794" y="1540699"/>
            <a:ext cx="782091" cy="2249929"/>
          </a:xfrm>
          <a:prstGeom prst="rect">
            <a:avLst/>
          </a:prstGeom>
        </p:spPr>
      </p:pic>
      <p:grpSp>
        <p:nvGrpSpPr>
          <p:cNvPr id="61" name="组合 60">
            <a:extLst>
              <a:ext uri="{FF2B5EF4-FFF2-40B4-BE49-F238E27FC236}">
                <a16:creationId xmlns:a16="http://schemas.microsoft.com/office/drawing/2014/main" id="{B125552F-1CA2-4A90-8B95-99CAB98650DD}"/>
              </a:ext>
            </a:extLst>
          </p:cNvPr>
          <p:cNvGrpSpPr/>
          <p:nvPr/>
        </p:nvGrpSpPr>
        <p:grpSpPr>
          <a:xfrm>
            <a:off x="5805328" y="967939"/>
            <a:ext cx="1032188" cy="609598"/>
            <a:chOff x="5442718" y="1356499"/>
            <a:chExt cx="1032188" cy="609598"/>
          </a:xfrm>
        </p:grpSpPr>
        <p:sp>
          <p:nvSpPr>
            <p:cNvPr id="44" name="流程图: 磁盘 43">
              <a:extLst>
                <a:ext uri="{FF2B5EF4-FFF2-40B4-BE49-F238E27FC236}">
                  <a16:creationId xmlns:a16="http://schemas.microsoft.com/office/drawing/2014/main" id="{8223E5C4-7E5A-44B8-A74E-96A32478AC71}"/>
                </a:ext>
              </a:extLst>
            </p:cNvPr>
            <p:cNvSpPr/>
            <p:nvPr/>
          </p:nvSpPr>
          <p:spPr>
            <a:xfrm>
              <a:off x="5727086" y="1613949"/>
              <a:ext cx="463453" cy="352148"/>
            </a:xfrm>
            <a:prstGeom prst="flowChartMagneticDisk">
              <a:avLst/>
            </a:prstGeom>
            <a:noFill/>
            <a:ln w="19050">
              <a:solidFill>
                <a:srgbClr val="E813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10001AD-EA8B-4775-A90D-29532BECD027}"/>
                </a:ext>
              </a:extLst>
            </p:cNvPr>
            <p:cNvSpPr txBox="1"/>
            <p:nvPr/>
          </p:nvSpPr>
          <p:spPr>
            <a:xfrm>
              <a:off x="5442718" y="1356499"/>
              <a:ext cx="10321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E8131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Training Data</a:t>
              </a:r>
              <a:endParaRPr lang="zh-CN" altLang="en-US" sz="1200" b="1" dirty="0">
                <a:solidFill>
                  <a:srgbClr val="E8131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C7A0C637-DBBC-49C2-8236-DEB24F619FE4}"/>
              </a:ext>
            </a:extLst>
          </p:cNvPr>
          <p:cNvGrpSpPr/>
          <p:nvPr/>
        </p:nvGrpSpPr>
        <p:grpSpPr>
          <a:xfrm>
            <a:off x="4272194" y="2038962"/>
            <a:ext cx="1379002" cy="361734"/>
            <a:chOff x="5163072" y="2473131"/>
            <a:chExt cx="1465882" cy="361734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BBFD589-C567-4DCA-B616-CF72B1444742}"/>
                </a:ext>
              </a:extLst>
            </p:cNvPr>
            <p:cNvGrpSpPr/>
            <p:nvPr/>
          </p:nvGrpSpPr>
          <p:grpSpPr>
            <a:xfrm>
              <a:off x="5293253" y="2473131"/>
              <a:ext cx="1205521" cy="105950"/>
              <a:chOff x="10503979" y="5666723"/>
              <a:chExt cx="600067" cy="109069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485E0FC6-6C15-499D-969C-BFB21F6B5F77}"/>
                  </a:ext>
                </a:extLst>
              </p:cNvPr>
              <p:cNvSpPr/>
              <p:nvPr/>
            </p:nvSpPr>
            <p:spPr>
              <a:xfrm>
                <a:off x="10503979" y="5667137"/>
                <a:ext cx="600067" cy="10865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A55E4B8-6FAB-4324-A64A-E178D34513E1}"/>
                  </a:ext>
                </a:extLst>
              </p:cNvPr>
              <p:cNvSpPr/>
              <p:nvPr/>
            </p:nvSpPr>
            <p:spPr>
              <a:xfrm rot="16200000">
                <a:off x="10549664" y="5688127"/>
                <a:ext cx="108654" cy="66674"/>
              </a:xfrm>
              <a:prstGeom prst="rect">
                <a:avLst/>
              </a:prstGeom>
              <a:solidFill>
                <a:srgbClr val="BF44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B8137EE-0CB4-4EF3-8160-A4879ABAA0BF}"/>
                  </a:ext>
                </a:extLst>
              </p:cNvPr>
              <p:cNvSpPr/>
              <p:nvPr/>
            </p:nvSpPr>
            <p:spPr>
              <a:xfrm rot="16200000">
                <a:off x="10616338" y="5688127"/>
                <a:ext cx="108654" cy="66674"/>
              </a:xfrm>
              <a:prstGeom prst="rect">
                <a:avLst/>
              </a:prstGeom>
              <a:solidFill>
                <a:srgbClr val="F6EF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3919140C-5A41-40F6-8A97-266073991B23}"/>
                  </a:ext>
                </a:extLst>
              </p:cNvPr>
              <p:cNvSpPr/>
              <p:nvPr/>
            </p:nvSpPr>
            <p:spPr>
              <a:xfrm rot="16200000">
                <a:off x="10683012" y="5688127"/>
                <a:ext cx="108654" cy="66674"/>
              </a:xfrm>
              <a:prstGeom prst="rect">
                <a:avLst/>
              </a:prstGeom>
              <a:solidFill>
                <a:srgbClr val="F0DA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B770E847-D19F-4044-881C-0FE4371963F9}"/>
                  </a:ext>
                </a:extLst>
              </p:cNvPr>
              <p:cNvSpPr/>
              <p:nvPr/>
            </p:nvSpPr>
            <p:spPr>
              <a:xfrm rot="16200000">
                <a:off x="10749686" y="5688127"/>
                <a:ext cx="108654" cy="666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15B81A7-443F-4F61-BEA3-C2839F99E402}"/>
                  </a:ext>
                </a:extLst>
              </p:cNvPr>
              <p:cNvSpPr/>
              <p:nvPr/>
            </p:nvSpPr>
            <p:spPr>
              <a:xfrm rot="16200000">
                <a:off x="10816154" y="5687922"/>
                <a:ext cx="109066" cy="66674"/>
              </a:xfrm>
              <a:prstGeom prst="rect">
                <a:avLst/>
              </a:prstGeom>
              <a:solidFill>
                <a:srgbClr val="CC62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868454B0-6D0A-48F6-8C8A-B8A4E83D2F27}"/>
                  </a:ext>
                </a:extLst>
              </p:cNvPr>
              <p:cNvSpPr/>
              <p:nvPr/>
            </p:nvSpPr>
            <p:spPr>
              <a:xfrm rot="16200000">
                <a:off x="10882828" y="5687921"/>
                <a:ext cx="109066" cy="66674"/>
              </a:xfrm>
              <a:prstGeom prst="rect">
                <a:avLst/>
              </a:prstGeom>
              <a:solidFill>
                <a:srgbClr val="F0DA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28447BD-4CB9-416B-8277-5569240C42F1}"/>
                  </a:ext>
                </a:extLst>
              </p:cNvPr>
              <p:cNvSpPr/>
              <p:nvPr/>
            </p:nvSpPr>
            <p:spPr>
              <a:xfrm rot="16200000">
                <a:off x="10949501" y="5687921"/>
                <a:ext cx="109067" cy="66674"/>
              </a:xfrm>
              <a:prstGeom prst="rect">
                <a:avLst/>
              </a:prstGeom>
              <a:solidFill>
                <a:srgbClr val="F6EF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E7588D95-FAAB-4226-B993-7DAD24FC6702}"/>
                  </a:ext>
                </a:extLst>
              </p:cNvPr>
              <p:cNvSpPr/>
              <p:nvPr/>
            </p:nvSpPr>
            <p:spPr>
              <a:xfrm rot="16200000">
                <a:off x="11016175" y="5687920"/>
                <a:ext cx="109068" cy="66674"/>
              </a:xfrm>
              <a:prstGeom prst="rect">
                <a:avLst/>
              </a:prstGeom>
              <a:solidFill>
                <a:srgbClr val="F0DA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F8CD37D-3B7F-42B4-88D2-3123AAC9CB92}"/>
                  </a:ext>
                </a:extLst>
              </p:cNvPr>
              <p:cNvSpPr/>
              <p:nvPr/>
            </p:nvSpPr>
            <p:spPr>
              <a:xfrm rot="16200000">
                <a:off x="10482785" y="5687922"/>
                <a:ext cx="109064" cy="66674"/>
              </a:xfrm>
              <a:prstGeom prst="rect">
                <a:avLst/>
              </a:prstGeom>
              <a:solidFill>
                <a:srgbClr val="E6B5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0568CDE7-71DC-4BDD-9C75-DAE996647B9F}"/>
                </a:ext>
              </a:extLst>
            </p:cNvPr>
            <p:cNvSpPr txBox="1"/>
            <p:nvPr/>
          </p:nvSpPr>
          <p:spPr>
            <a:xfrm>
              <a:off x="5163072" y="2557866"/>
              <a:ext cx="14658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E8131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Quality*</a:t>
              </a:r>
              <a:endParaRPr lang="zh-CN" altLang="en-US" sz="1200" b="1" dirty="0">
                <a:solidFill>
                  <a:srgbClr val="E8131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D8DCE698-8D62-4C7A-BE26-286CA0E9A019}"/>
              </a:ext>
            </a:extLst>
          </p:cNvPr>
          <p:cNvGrpSpPr/>
          <p:nvPr/>
        </p:nvGrpSpPr>
        <p:grpSpPr>
          <a:xfrm>
            <a:off x="6601547" y="3699554"/>
            <a:ext cx="2081364" cy="246221"/>
            <a:chOff x="7486048" y="5638618"/>
            <a:chExt cx="2081364" cy="246221"/>
          </a:xfrm>
        </p:grpSpPr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8724221C-0A72-4F61-BDCB-DDFE0839C4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289" t="48803" r="9093" b="18075"/>
            <a:stretch/>
          </p:blipFill>
          <p:spPr>
            <a:xfrm>
              <a:off x="8577409" y="5735918"/>
              <a:ext cx="499542" cy="78921"/>
            </a:xfrm>
            <a:prstGeom prst="rect">
              <a:avLst/>
            </a:prstGeom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089E56BC-7924-4821-9493-176EDB2A3D5D}"/>
                </a:ext>
              </a:extLst>
            </p:cNvPr>
            <p:cNvSpPr txBox="1"/>
            <p:nvPr/>
          </p:nvSpPr>
          <p:spPr>
            <a:xfrm>
              <a:off x="7486048" y="5638618"/>
              <a:ext cx="20813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*data quality: </a:t>
              </a:r>
              <a:r>
                <a:rPr lang="en-US" altLang="zh-CN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poor                   good</a:t>
              </a:r>
              <a:endParaRPr lang="zh-CN" altLang="en-US" sz="1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FD22314-ED32-45E0-A478-F86F7D182B1C}"/>
              </a:ext>
            </a:extLst>
          </p:cNvPr>
          <p:cNvCxnSpPr>
            <a:cxnSpLocks/>
            <a:stCxn id="9" idx="3"/>
            <a:endCxn id="74" idx="1"/>
          </p:cNvCxnSpPr>
          <p:nvPr/>
        </p:nvCxnSpPr>
        <p:spPr>
          <a:xfrm flipV="1">
            <a:off x="3863955" y="1403436"/>
            <a:ext cx="705229" cy="1463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73A3292C-DBD4-42C9-AA1B-AEFD2B73E4C8}"/>
              </a:ext>
            </a:extLst>
          </p:cNvPr>
          <p:cNvCxnSpPr>
            <a:cxnSpLocks/>
            <a:endCxn id="84" idx="3"/>
          </p:cNvCxnSpPr>
          <p:nvPr/>
        </p:nvCxnSpPr>
        <p:spPr>
          <a:xfrm flipH="1">
            <a:off x="6724211" y="2094214"/>
            <a:ext cx="893149" cy="0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7D1132E-ADC6-4672-99F9-49F30B68892F}"/>
              </a:ext>
            </a:extLst>
          </p:cNvPr>
          <p:cNvCxnSpPr>
            <a:cxnSpLocks/>
            <a:stCxn id="84" idx="2"/>
            <a:endCxn id="7" idx="0"/>
          </p:cNvCxnSpPr>
          <p:nvPr/>
        </p:nvCxnSpPr>
        <p:spPr>
          <a:xfrm>
            <a:off x="6314164" y="2262690"/>
            <a:ext cx="0" cy="506465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26FA4E49-1E15-4C4A-B4CF-791FDEC8AC39}"/>
              </a:ext>
            </a:extLst>
          </p:cNvPr>
          <p:cNvSpPr txBox="1"/>
          <p:nvPr/>
        </p:nvSpPr>
        <p:spPr>
          <a:xfrm>
            <a:off x="4260050" y="889105"/>
            <a:ext cx="1587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rgbClr val="E813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DQMS for ML</a:t>
            </a:r>
            <a:endParaRPr lang="zh-CN" altLang="en-US" sz="1400" b="1" i="1" dirty="0">
              <a:solidFill>
                <a:srgbClr val="E8131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18F8F6EE-2D3F-4162-947B-236882F50287}"/>
              </a:ext>
            </a:extLst>
          </p:cNvPr>
          <p:cNvSpPr txBox="1"/>
          <p:nvPr/>
        </p:nvSpPr>
        <p:spPr>
          <a:xfrm>
            <a:off x="6427410" y="1166727"/>
            <a:ext cx="138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/ fine-tune</a:t>
            </a:r>
            <a:endParaRPr lang="zh-CN" altLang="en-US" sz="11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AC382DA-E3D7-4591-8FBD-A7A94AF1FBFD}"/>
              </a:ext>
            </a:extLst>
          </p:cNvPr>
          <p:cNvSpPr txBox="1"/>
          <p:nvPr/>
        </p:nvSpPr>
        <p:spPr>
          <a:xfrm>
            <a:off x="6255082" y="2409506"/>
            <a:ext cx="1021832" cy="39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requirements</a:t>
            </a:r>
            <a:r>
              <a: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6F306F3-7A76-46C0-AFB9-F79D601DCAC0}"/>
              </a:ext>
            </a:extLst>
          </p:cNvPr>
          <p:cNvGrpSpPr/>
          <p:nvPr/>
        </p:nvGrpSpPr>
        <p:grpSpPr>
          <a:xfrm>
            <a:off x="4569184" y="1234960"/>
            <a:ext cx="782091" cy="336952"/>
            <a:chOff x="3210708" y="3582417"/>
            <a:chExt cx="734803" cy="336952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DC4B94A0-1A29-4696-A770-595F32267781}"/>
                </a:ext>
              </a:extLst>
            </p:cNvPr>
            <p:cNvSpPr/>
            <p:nvPr/>
          </p:nvSpPr>
          <p:spPr>
            <a:xfrm>
              <a:off x="3231173" y="3601848"/>
              <a:ext cx="689046" cy="28843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endParaRPr lang="zh-CN" alt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895AFC3A-5876-4510-9A1E-52AD249E2691}"/>
                </a:ext>
              </a:extLst>
            </p:cNvPr>
            <p:cNvSpPr txBox="1"/>
            <p:nvPr/>
          </p:nvSpPr>
          <p:spPr>
            <a:xfrm>
              <a:off x="3210708" y="3582417"/>
              <a:ext cx="734803" cy="336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Selector</a:t>
              </a:r>
              <a:endParaRPr lang="zh-CN" alt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EFA21A2-7B57-4750-8668-CD116200448D}"/>
              </a:ext>
            </a:extLst>
          </p:cNvPr>
          <p:cNvGrpSpPr/>
          <p:nvPr/>
        </p:nvGrpSpPr>
        <p:grpSpPr>
          <a:xfrm>
            <a:off x="4561772" y="2559315"/>
            <a:ext cx="796914" cy="336952"/>
            <a:chOff x="3203894" y="3588628"/>
            <a:chExt cx="796914" cy="336952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36E48137-E44E-4E07-8828-2B63FCF66174}"/>
                </a:ext>
              </a:extLst>
            </p:cNvPr>
            <p:cNvSpPr/>
            <p:nvPr/>
          </p:nvSpPr>
          <p:spPr>
            <a:xfrm>
              <a:off x="3231172" y="3601848"/>
              <a:ext cx="723541" cy="28843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endParaRPr lang="zh-CN" alt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6CFB6E2-C490-4D31-8803-61FF77A96630}"/>
                </a:ext>
              </a:extLst>
            </p:cNvPr>
            <p:cNvSpPr txBox="1"/>
            <p:nvPr/>
          </p:nvSpPr>
          <p:spPr>
            <a:xfrm>
              <a:off x="3203894" y="3588628"/>
              <a:ext cx="796914" cy="336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Profiler</a:t>
              </a:r>
              <a:endParaRPr lang="zh-CN" alt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39FD65FC-DDBC-4A37-8CF6-1C07A0C54E6B}"/>
              </a:ext>
            </a:extLst>
          </p:cNvPr>
          <p:cNvGrpSpPr/>
          <p:nvPr/>
        </p:nvGrpSpPr>
        <p:grpSpPr>
          <a:xfrm>
            <a:off x="5904117" y="1925738"/>
            <a:ext cx="820094" cy="336952"/>
            <a:chOff x="3196918" y="3587267"/>
            <a:chExt cx="796914" cy="336952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1325FBCB-F322-4B9D-BB1D-62DF441B02F3}"/>
                </a:ext>
              </a:extLst>
            </p:cNvPr>
            <p:cNvSpPr/>
            <p:nvPr/>
          </p:nvSpPr>
          <p:spPr>
            <a:xfrm>
              <a:off x="3231172" y="3601848"/>
              <a:ext cx="723541" cy="28843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endParaRPr lang="zh-CN" alt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BCBFA78-1BA3-42F7-8952-77C02658582F}"/>
                </a:ext>
              </a:extLst>
            </p:cNvPr>
            <p:cNvSpPr txBox="1"/>
            <p:nvPr/>
          </p:nvSpPr>
          <p:spPr>
            <a:xfrm>
              <a:off x="3196918" y="3587267"/>
              <a:ext cx="796914" cy="336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Attributer</a:t>
              </a:r>
              <a:endParaRPr lang="zh-CN" alt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6" name="矩形 115">
            <a:extLst>
              <a:ext uri="{FF2B5EF4-FFF2-40B4-BE49-F238E27FC236}">
                <a16:creationId xmlns:a16="http://schemas.microsoft.com/office/drawing/2014/main" id="{5F7E1989-8C36-4C3F-9C6B-7A2DDC5D24BD}"/>
              </a:ext>
            </a:extLst>
          </p:cNvPr>
          <p:cNvSpPr/>
          <p:nvPr/>
        </p:nvSpPr>
        <p:spPr>
          <a:xfrm>
            <a:off x="5574304" y="1185911"/>
            <a:ext cx="159784" cy="1209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EF7AC4EB-4533-4AAE-A7DB-62F874CDB29C}"/>
              </a:ext>
            </a:extLst>
          </p:cNvPr>
          <p:cNvCxnSpPr>
            <a:stCxn id="81" idx="2"/>
            <a:endCxn id="7" idx="1"/>
          </p:cNvCxnSpPr>
          <p:nvPr/>
        </p:nvCxnSpPr>
        <p:spPr>
          <a:xfrm rot="16200000" flipH="1">
            <a:off x="5420626" y="2435869"/>
            <a:ext cx="153014" cy="1073809"/>
          </a:xfrm>
          <a:prstGeom prst="bentConnector2">
            <a:avLst/>
          </a:prstGeom>
          <a:ln w="25400" cap="rnd">
            <a:solidFill>
              <a:schemeClr val="bg2">
                <a:lumMod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26FA28C-EBC3-4572-A6A6-F73F0603F929}"/>
              </a:ext>
            </a:extLst>
          </p:cNvPr>
          <p:cNvCxnSpPr>
            <a:cxnSpLocks/>
            <a:stCxn id="57" idx="2"/>
            <a:endCxn id="81" idx="0"/>
          </p:cNvCxnSpPr>
          <p:nvPr/>
        </p:nvCxnSpPr>
        <p:spPr>
          <a:xfrm flipH="1">
            <a:off x="4960229" y="2400696"/>
            <a:ext cx="1466" cy="158619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303376FE-C514-4C2B-82E9-097D17093D72}"/>
              </a:ext>
            </a:extLst>
          </p:cNvPr>
          <p:cNvCxnSpPr>
            <a:cxnSpLocks/>
            <a:stCxn id="74" idx="3"/>
            <a:endCxn id="44" idx="2"/>
          </p:cNvCxnSpPr>
          <p:nvPr/>
        </p:nvCxnSpPr>
        <p:spPr>
          <a:xfrm flipV="1">
            <a:off x="5351275" y="1401463"/>
            <a:ext cx="738421" cy="1973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92FB56A-322D-4022-BFD1-14071C478E68}"/>
              </a:ext>
            </a:extLst>
          </p:cNvPr>
          <p:cNvCxnSpPr>
            <a:cxnSpLocks/>
            <a:stCxn id="84" idx="1"/>
            <a:endCxn id="54" idx="2"/>
          </p:cNvCxnSpPr>
          <p:nvPr/>
        </p:nvCxnSpPr>
        <p:spPr>
          <a:xfrm flipH="1" flipV="1">
            <a:off x="5528732" y="2091937"/>
            <a:ext cx="375385" cy="2277"/>
          </a:xfrm>
          <a:prstGeom prst="straightConnector1">
            <a:avLst/>
          </a:prstGeom>
          <a:ln w="25400" cap="rnd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03E57C4F-1F8A-48A0-9F38-931CB3A58ECD}"/>
              </a:ext>
            </a:extLst>
          </p:cNvPr>
          <p:cNvGrpSpPr/>
          <p:nvPr/>
        </p:nvGrpSpPr>
        <p:grpSpPr>
          <a:xfrm>
            <a:off x="7582215" y="1341979"/>
            <a:ext cx="950215" cy="979218"/>
            <a:chOff x="7604911" y="1476382"/>
            <a:chExt cx="950215" cy="979218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471ED42-ECA7-456B-8092-0C3AAE85BE61}"/>
                </a:ext>
              </a:extLst>
            </p:cNvPr>
            <p:cNvSpPr txBox="1"/>
            <p:nvPr/>
          </p:nvSpPr>
          <p:spPr>
            <a:xfrm>
              <a:off x="7604911" y="2147823"/>
              <a:ext cx="9502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071E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ML model</a:t>
              </a:r>
              <a:endParaRPr lang="zh-CN" altLang="en-US" sz="1400" b="1" dirty="0">
                <a:solidFill>
                  <a:srgbClr val="1071E5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2681F61A-ABD1-4ED5-BEB1-DA73DDC12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16188" y="1476382"/>
              <a:ext cx="701536" cy="701536"/>
            </a:xfrm>
            <a:prstGeom prst="rect">
              <a:avLst/>
            </a:prstGeom>
          </p:spPr>
        </p:pic>
      </p:grpSp>
      <p:sp>
        <p:nvSpPr>
          <p:cNvPr id="141" name="文本框 140">
            <a:extLst>
              <a:ext uri="{FF2B5EF4-FFF2-40B4-BE49-F238E27FC236}">
                <a16:creationId xmlns:a16="http://schemas.microsoft.com/office/drawing/2014/main" id="{62B24D49-72B1-4E1B-A952-B5557CCB2A28}"/>
              </a:ext>
            </a:extLst>
          </p:cNvPr>
          <p:cNvSpPr txBox="1"/>
          <p:nvPr/>
        </p:nvSpPr>
        <p:spPr>
          <a:xfrm>
            <a:off x="6764207" y="1856074"/>
            <a:ext cx="795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zh-CN" altLang="en-US" sz="11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DB50644A-9AAF-4B9A-BC3F-C850935F4475}"/>
              </a:ext>
            </a:extLst>
          </p:cNvPr>
          <p:cNvSpPr/>
          <p:nvPr/>
        </p:nvSpPr>
        <p:spPr>
          <a:xfrm>
            <a:off x="4037985" y="3372253"/>
            <a:ext cx="1196476" cy="583192"/>
          </a:xfrm>
          <a:prstGeom prst="roundRect">
            <a:avLst>
              <a:gd name="adj" fmla="val 6746"/>
            </a:avLst>
          </a:prstGeom>
          <a:solidFill>
            <a:srgbClr val="FFF0F0"/>
          </a:solidFill>
          <a:ln>
            <a:solidFill>
              <a:srgbClr val="E813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F72ECB0-D210-4E5F-BBC8-05F4DFC2C94B}"/>
              </a:ext>
            </a:extLst>
          </p:cNvPr>
          <p:cNvSpPr txBox="1"/>
          <p:nvPr/>
        </p:nvSpPr>
        <p:spPr>
          <a:xfrm>
            <a:off x="4002069" y="3400258"/>
            <a:ext cx="1286820" cy="56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</a:t>
            </a:r>
          </a:p>
          <a:p>
            <a:pPr>
              <a:lnSpc>
                <a:spcPct val="80000"/>
              </a:lnSpc>
            </a:pP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Summary</a:t>
            </a:r>
          </a:p>
          <a:p>
            <a:pPr>
              <a:lnSpc>
                <a:spcPct val="80000"/>
              </a:lnSpc>
            </a:pPr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06BF7B9D-0289-49B4-A15D-AE6992D4C39F}"/>
              </a:ext>
            </a:extLst>
          </p:cNvPr>
          <p:cNvCxnSpPr>
            <a:cxnSpLocks/>
          </p:cNvCxnSpPr>
          <p:nvPr/>
        </p:nvCxnSpPr>
        <p:spPr>
          <a:xfrm flipH="1">
            <a:off x="3831771" y="1573375"/>
            <a:ext cx="829612" cy="715778"/>
          </a:xfrm>
          <a:prstGeom prst="line">
            <a:avLst/>
          </a:prstGeom>
          <a:ln w="19050" cap="rnd">
            <a:solidFill>
              <a:srgbClr val="E8131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B02C8D3E-6C51-441B-9F06-16353B6B53BE}"/>
              </a:ext>
            </a:extLst>
          </p:cNvPr>
          <p:cNvCxnSpPr>
            <a:cxnSpLocks/>
          </p:cNvCxnSpPr>
          <p:nvPr/>
        </p:nvCxnSpPr>
        <p:spPr>
          <a:xfrm>
            <a:off x="4847995" y="2891906"/>
            <a:ext cx="0" cy="434605"/>
          </a:xfrm>
          <a:prstGeom prst="line">
            <a:avLst/>
          </a:prstGeom>
          <a:ln w="19050" cap="rnd">
            <a:solidFill>
              <a:srgbClr val="E8131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EB7FE1B9-0D6F-4EB8-A535-BCE7F42204C4}"/>
              </a:ext>
            </a:extLst>
          </p:cNvPr>
          <p:cNvCxnSpPr>
            <a:cxnSpLocks/>
          </p:cNvCxnSpPr>
          <p:nvPr/>
        </p:nvCxnSpPr>
        <p:spPr>
          <a:xfrm>
            <a:off x="6644632" y="2221217"/>
            <a:ext cx="764951" cy="498544"/>
          </a:xfrm>
          <a:prstGeom prst="line">
            <a:avLst/>
          </a:prstGeom>
          <a:ln w="19050" cap="rnd">
            <a:solidFill>
              <a:srgbClr val="E8131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E1AD938-4D61-4270-A519-0043C586EDCC}"/>
              </a:ext>
            </a:extLst>
          </p:cNvPr>
          <p:cNvGrpSpPr/>
          <p:nvPr/>
        </p:nvGrpSpPr>
        <p:grpSpPr>
          <a:xfrm>
            <a:off x="2577693" y="2271847"/>
            <a:ext cx="1449297" cy="726747"/>
            <a:chOff x="2621236" y="2271847"/>
            <a:chExt cx="1449297" cy="726747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8456B7D9-BB55-4552-BBB8-78920DBA5B5A}"/>
                </a:ext>
              </a:extLst>
            </p:cNvPr>
            <p:cNvSpPr/>
            <p:nvPr/>
          </p:nvSpPr>
          <p:spPr>
            <a:xfrm>
              <a:off x="2674735" y="2279989"/>
              <a:ext cx="1322854" cy="671015"/>
            </a:xfrm>
            <a:prstGeom prst="roundRect">
              <a:avLst>
                <a:gd name="adj" fmla="val 6746"/>
              </a:avLst>
            </a:prstGeom>
            <a:solidFill>
              <a:srgbClr val="FFF0F0"/>
            </a:solidFill>
            <a:ln>
              <a:solidFill>
                <a:srgbClr val="E813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59ADE04-6BBB-4DEB-A986-53EE3BD7F13D}"/>
                </a:ext>
              </a:extLst>
            </p:cNvPr>
            <p:cNvSpPr txBox="1"/>
            <p:nvPr/>
          </p:nvSpPr>
          <p:spPr>
            <a:xfrm>
              <a:off x="2621236" y="2271847"/>
              <a:ext cx="1448179" cy="712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Selection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Debugging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Augmentation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</a:t>
              </a:r>
              <a:r>
                <a:rPr lang="en-US" altLang="zh-CN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5780A169-538E-42DD-8552-7F832F78E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903" y="2690817"/>
              <a:ext cx="37863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Open Sans" panose="020B0606030504020204" pitchFamily="34" charset="0"/>
                  <a:cs typeface="Open Sans" panose="020B0606030504020204" pitchFamily="34" charset="0"/>
                </a:rPr>
                <a:t>❶</a:t>
              </a:r>
              <a:r>
                <a:rPr kumimoji="0" lang="zh-CN" altLang="zh-CN" sz="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345BB35-03AD-45E4-97FF-A81F60703818}"/>
              </a:ext>
            </a:extLst>
          </p:cNvPr>
          <p:cNvGrpSpPr/>
          <p:nvPr/>
        </p:nvGrpSpPr>
        <p:grpSpPr>
          <a:xfrm>
            <a:off x="7371820" y="2632251"/>
            <a:ext cx="1944210" cy="740764"/>
            <a:chOff x="7367380" y="2632249"/>
            <a:chExt cx="1448535" cy="600112"/>
          </a:xfrm>
        </p:grpSpPr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CE34999E-89A5-4FBA-9ECC-1D8A63F6661B}"/>
                </a:ext>
              </a:extLst>
            </p:cNvPr>
            <p:cNvSpPr/>
            <p:nvPr/>
          </p:nvSpPr>
          <p:spPr>
            <a:xfrm>
              <a:off x="7399704" y="2632249"/>
              <a:ext cx="1348055" cy="560251"/>
            </a:xfrm>
            <a:prstGeom prst="roundRect">
              <a:avLst>
                <a:gd name="adj" fmla="val 6746"/>
              </a:avLst>
            </a:prstGeom>
            <a:solidFill>
              <a:srgbClr val="FFF0F0"/>
            </a:solidFill>
            <a:ln>
              <a:solidFill>
                <a:srgbClr val="E813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7BEDE8C9-4AD4-4269-AA5E-740B42AEA006}"/>
                </a:ext>
              </a:extLst>
            </p:cNvPr>
            <p:cNvSpPr txBox="1"/>
            <p:nvPr/>
          </p:nvSpPr>
          <p:spPr>
            <a:xfrm>
              <a:off x="7367380" y="2636985"/>
              <a:ext cx="1448535" cy="576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Valuation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Sample based Explanation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Quality Assessment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</a:t>
              </a:r>
              <a:r>
                <a:rPr lang="en-US" altLang="zh-CN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3">
              <a:extLst>
                <a:ext uri="{FF2B5EF4-FFF2-40B4-BE49-F238E27FC236}">
                  <a16:creationId xmlns:a16="http://schemas.microsoft.com/office/drawing/2014/main" id="{6A3425CF-7115-4DAF-A1AE-D9BAC4EB3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093" y="2924584"/>
              <a:ext cx="22776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400" b="0" i="0" dirty="0">
                  <a:effectLst/>
                  <a:latin typeface="Helvetica Neue"/>
                </a:rPr>
                <a:t>❷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6" name="Rectangle 3">
            <a:extLst>
              <a:ext uri="{FF2B5EF4-FFF2-40B4-BE49-F238E27FC236}">
                <a16:creationId xmlns:a16="http://schemas.microsoft.com/office/drawing/2014/main" id="{7967EF04-DDEB-400E-A652-211C8AB85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447" y="3677850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0" i="0" dirty="0">
                <a:effectLst/>
                <a:latin typeface="Helvetica Neue"/>
              </a:rPr>
              <a:t>❸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96A789C-2EA3-4CEA-9C9E-7B30C8555A74}"/>
              </a:ext>
            </a:extLst>
          </p:cNvPr>
          <p:cNvGrpSpPr/>
          <p:nvPr/>
        </p:nvGrpSpPr>
        <p:grpSpPr>
          <a:xfrm>
            <a:off x="5954052" y="1617473"/>
            <a:ext cx="778238" cy="311769"/>
            <a:chOff x="5708934" y="4333786"/>
            <a:chExt cx="778238" cy="311769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3025498-318E-4496-B64E-976F8B93D5A3}"/>
                </a:ext>
              </a:extLst>
            </p:cNvPr>
            <p:cNvSpPr/>
            <p:nvPr/>
          </p:nvSpPr>
          <p:spPr>
            <a:xfrm>
              <a:off x="5708934" y="4333786"/>
              <a:ext cx="778238" cy="259984"/>
            </a:xfrm>
            <a:prstGeom prst="ellipse">
              <a:avLst/>
            </a:prstGeom>
            <a:noFill/>
            <a:ln w="19050">
              <a:solidFill>
                <a:srgbClr val="635D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9EC811D-3487-4A11-AF80-923BE67198AB}"/>
                </a:ext>
              </a:extLst>
            </p:cNvPr>
            <p:cNvSpPr/>
            <p:nvPr/>
          </p:nvSpPr>
          <p:spPr>
            <a:xfrm>
              <a:off x="6034037" y="4537834"/>
              <a:ext cx="133963" cy="107721"/>
            </a:xfrm>
            <a:prstGeom prst="rect">
              <a:avLst/>
            </a:prstGeom>
            <a:solidFill>
              <a:srgbClr val="FF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4FD08E7F-B625-4FE3-92B2-B18D42AA9A1F}"/>
                </a:ext>
              </a:extLst>
            </p:cNvPr>
            <p:cNvSpPr/>
            <p:nvPr/>
          </p:nvSpPr>
          <p:spPr>
            <a:xfrm rot="16200000">
              <a:off x="6105000" y="4553687"/>
              <a:ext cx="54000" cy="72000"/>
            </a:xfrm>
            <a:prstGeom prst="triangle">
              <a:avLst/>
            </a:prstGeom>
            <a:solidFill>
              <a:srgbClr val="635DFF"/>
            </a:solidFill>
            <a:ln>
              <a:solidFill>
                <a:srgbClr val="635DFF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F70E6089-08CD-4CEE-B81B-2BF97C7AD8DE}"/>
              </a:ext>
            </a:extLst>
          </p:cNvPr>
          <p:cNvSpPr txBox="1"/>
          <p:nvPr/>
        </p:nvSpPr>
        <p:spPr>
          <a:xfrm>
            <a:off x="5324603" y="1559487"/>
            <a:ext cx="738422" cy="39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200" i="1" dirty="0">
                <a:solidFill>
                  <a:srgbClr val="635D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  <a:p>
            <a:pPr algn="ctr">
              <a:lnSpc>
                <a:spcPct val="80000"/>
              </a:lnSpc>
            </a:pPr>
            <a:r>
              <a:rPr lang="en-US" altLang="zh-CN" sz="1200" i="1" dirty="0">
                <a:solidFill>
                  <a:srgbClr val="635D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</a:t>
            </a:r>
            <a:endParaRPr lang="zh-CN" altLang="en-US" sz="1100" i="1" dirty="0">
              <a:solidFill>
                <a:srgbClr val="635D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378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57</Words>
  <Application>Microsoft Office PowerPoint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Helvetica Neue</vt:lpstr>
      <vt:lpstr>等线</vt:lpstr>
      <vt:lpstr>等线 Light</vt:lpstr>
      <vt:lpstr>Arial</vt:lpstr>
      <vt:lpstr>Calibri</vt:lpstr>
      <vt:lpstr>Open Sans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Jiale Deng</dc:creator>
  <cp:lastModifiedBy>Jiale Deng</cp:lastModifiedBy>
  <cp:revision>12</cp:revision>
  <dcterms:created xsi:type="dcterms:W3CDTF">2024-03-11T02:23:12Z</dcterms:created>
  <dcterms:modified xsi:type="dcterms:W3CDTF">2024-03-11T03:55:53Z</dcterms:modified>
</cp:coreProperties>
</file>